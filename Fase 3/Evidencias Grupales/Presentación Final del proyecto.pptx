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3" r:id="rId9"/>
    <p:sldId id="269" r:id="rId10"/>
    <p:sldId id="270" r:id="rId11"/>
    <p:sldId id="265" r:id="rId12"/>
    <p:sldId id="267" r:id="rId13"/>
    <p:sldId id="268" r:id="rId14"/>
    <p:sldId id="266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04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200" y="11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CL" dirty="0"/>
            <a:t>Alan</a:t>
          </a:r>
          <a:r>
            <a:rPr lang="es-CL" baseline="0" dirty="0"/>
            <a:t> </a:t>
          </a:r>
          <a:r>
            <a:rPr lang="es-CL" baseline="0" dirty="0" err="1"/>
            <a:t>Céspedes</a:t>
          </a:r>
          <a:endParaRPr lang="es-CL" dirty="0"/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CL" dirty="0" err="1"/>
            <a:t>Product</a:t>
          </a:r>
          <a:r>
            <a:rPr lang="es-CL" dirty="0"/>
            <a:t> </a:t>
          </a:r>
          <a:r>
            <a:rPr lang="es-CL" dirty="0" err="1"/>
            <a:t>Owner</a:t>
          </a:r>
          <a:endParaRPr lang="es-CL" dirty="0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CL" dirty="0" err="1"/>
            <a:t>Braikel</a:t>
          </a:r>
          <a:r>
            <a:rPr lang="es-CL" dirty="0"/>
            <a:t> Balboa</a:t>
          </a:r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99FF0D0F-282A-4030-9AF5-3B7621881539}">
      <dgm:prSet phldrT="[Texto]"/>
      <dgm:spPr/>
      <dgm:t>
        <a:bodyPr/>
        <a:lstStyle/>
        <a:p>
          <a:r>
            <a:rPr lang="es-CL" dirty="0" err="1"/>
            <a:t>Hector</a:t>
          </a:r>
          <a:r>
            <a:rPr lang="es-CL" dirty="0"/>
            <a:t> Saavedra</a:t>
          </a:r>
        </a:p>
      </dgm:t>
    </dgm:pt>
    <dgm:pt modelId="{A86F315C-C500-49D7-B443-1D58BD48589A}" type="parTrans" cxnId="{4FE7AF63-70AC-4ED4-8BFB-DCB2408F3318}">
      <dgm:prSet/>
      <dgm:spPr/>
      <dgm:t>
        <a:bodyPr/>
        <a:lstStyle/>
        <a:p>
          <a:endParaRPr lang="es-CL"/>
        </a:p>
      </dgm:t>
    </dgm:pt>
    <dgm:pt modelId="{1CCC8D2D-CD28-4814-B055-28ABD65CA276}" type="sibTrans" cxnId="{4FE7AF63-70AC-4ED4-8BFB-DCB2408F3318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/>
      <dgm:spPr/>
      <dgm:t>
        <a:bodyPr/>
        <a:lstStyle/>
        <a:p>
          <a:r>
            <a:rPr lang="es-CL" dirty="0"/>
            <a:t>Encargado del lineamiento del proyecto</a:t>
          </a:r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A2BD12B5-7AB5-4859-B57E-1E77C0ED35DF}">
      <dgm:prSet phldrT="[Texto]"/>
      <dgm:spPr/>
      <dgm:t>
        <a:bodyPr/>
        <a:lstStyle/>
        <a:p>
          <a:r>
            <a:rPr lang="es-CL" dirty="0"/>
            <a:t>Scrum Master</a:t>
          </a:r>
        </a:p>
      </dgm:t>
    </dgm:pt>
    <dgm:pt modelId="{35EEEEB1-B116-40C6-8142-8F938AF38B0B}" type="sibTrans" cxnId="{D5771F2D-99A4-4884-A896-FA1E2DEFDD88}">
      <dgm:prSet/>
      <dgm:spPr/>
      <dgm:t>
        <a:bodyPr/>
        <a:lstStyle/>
        <a:p>
          <a:endParaRPr lang="es-CL"/>
        </a:p>
      </dgm:t>
    </dgm:pt>
    <dgm:pt modelId="{AC7F7F07-A811-4CCD-BBFE-DAA4D1F5EE40}" type="parTrans" cxnId="{D5771F2D-99A4-4884-A896-FA1E2DEFDD88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s-CL" dirty="0" err="1"/>
            <a:t>Developer</a:t>
          </a:r>
          <a:endParaRPr lang="es-CL" dirty="0"/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55A2A9EB-4C26-43C3-B721-D475B10BC39B}">
      <dgm:prSet phldrT="[Texto]"/>
      <dgm:spPr/>
      <dgm:t>
        <a:bodyPr/>
        <a:lstStyle/>
        <a:p>
          <a:r>
            <a:rPr lang="es-CL" dirty="0"/>
            <a:t>Encargado del desarrollo de la pagina</a:t>
          </a:r>
        </a:p>
      </dgm:t>
    </dgm:pt>
    <dgm:pt modelId="{4EF4588A-187C-4393-9DFC-C6D80B20E995}" type="sibTrans" cxnId="{ECED70CB-7A25-48F8-9E03-51596FB1E92C}">
      <dgm:prSet/>
      <dgm:spPr/>
      <dgm:t>
        <a:bodyPr/>
        <a:lstStyle/>
        <a:p>
          <a:endParaRPr lang="es-CL"/>
        </a:p>
      </dgm:t>
    </dgm:pt>
    <dgm:pt modelId="{B8424EB2-FFE7-4867-9D5A-EE0D46E8AAFE}" type="parTrans" cxnId="{ECED70CB-7A25-48F8-9E03-51596FB1E92C}">
      <dgm:prSet/>
      <dgm:spPr/>
      <dgm:t>
        <a:bodyPr/>
        <a:lstStyle/>
        <a:p>
          <a:endParaRPr lang="es-CL"/>
        </a:p>
      </dgm:t>
    </dgm:pt>
    <dgm:pt modelId="{46DAA9FF-4BF5-4C4A-BC26-09214C4E249E}">
      <dgm:prSet phldrT="[Texto]"/>
      <dgm:spPr/>
      <dgm:t>
        <a:bodyPr/>
        <a:lstStyle/>
        <a:p>
          <a:r>
            <a:rPr lang="es-CL" dirty="0"/>
            <a:t>Encargado de optimizar las tareas en el equipo</a:t>
          </a:r>
        </a:p>
      </dgm:t>
    </dgm:pt>
    <dgm:pt modelId="{B06D59BA-EB50-9F43-BBEA-83C9E80B430A}" type="parTrans" cxnId="{E123D3B6-0357-0043-83FB-4BEF4FBB9E04}">
      <dgm:prSet/>
      <dgm:spPr/>
      <dgm:t>
        <a:bodyPr/>
        <a:lstStyle/>
        <a:p>
          <a:endParaRPr lang="es-MX"/>
        </a:p>
      </dgm:t>
    </dgm:pt>
    <dgm:pt modelId="{EBF4F8DF-D037-9048-ADFE-4BB2702D8018}" type="sibTrans" cxnId="{E123D3B6-0357-0043-83FB-4BEF4FBB9E04}">
      <dgm:prSet/>
      <dgm:spPr/>
      <dgm:t>
        <a:bodyPr/>
        <a:lstStyle/>
        <a:p>
          <a:endParaRPr lang="es-MX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3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 t="-43000" b="-43000"/>
          </a:stretch>
        </a:blipFill>
      </dgm:spPr>
    </dgm:pt>
    <dgm:pt modelId="{52D125D2-FCA7-4A2D-AB39-B6BD54F251F2}" type="pres">
      <dgm:prSet presAssocID="{78BFB295-8F5D-4286-B72B-79142F8F0E13}" presName="text" presStyleLbl="node1" presStyleIdx="0" presStyleCnt="3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3"/>
      <dgm:spPr/>
    </dgm:pt>
    <dgm:pt modelId="{3F97C059-D720-4D48-953F-B84D04D0BF79}" type="pres">
      <dgm:prSet presAssocID="{02A34BC0-F8BA-4A89-87A4-4F20079DFD06}" presName="img" presStyleLbl="fgImgPlace1" presStyleIdx="1" presStyleCnt="3" custLinFactNeighborX="-457" custLinFactNeighborY="0"/>
      <dgm:spPr>
        <a:blipFill>
          <a:blip xmlns:r="http://schemas.openxmlformats.org/officeDocument/2006/relationships" r:embed="rId2"/>
          <a:srcRect/>
          <a:stretch>
            <a:fillRect t="-106000" b="-106000"/>
          </a:stretch>
        </a:blipFill>
      </dgm:spPr>
    </dgm:pt>
    <dgm:pt modelId="{CFFDF23F-D296-4CDF-8EE4-8A672559E207}" type="pres">
      <dgm:prSet presAssocID="{02A34BC0-F8BA-4A89-87A4-4F20079DFD06}" presName="text" presStyleLbl="node1" presStyleIdx="1" presStyleCnt="3">
        <dgm:presLayoutVars>
          <dgm:bulletEnabled val="1"/>
        </dgm:presLayoutVars>
      </dgm:prSet>
      <dgm:spPr/>
    </dgm:pt>
    <dgm:pt modelId="{40453781-DACE-4118-ADC4-2B966E9374E5}" type="pres">
      <dgm:prSet presAssocID="{44AB630E-CD8B-4223-9F51-5EEE4E054B0A}" presName="spacer" presStyleCnt="0"/>
      <dgm:spPr/>
    </dgm:pt>
    <dgm:pt modelId="{536722F8-2BA5-41A1-87DF-BBB1AF7DCA80}" type="pres">
      <dgm:prSet presAssocID="{99FF0D0F-282A-4030-9AF5-3B7621881539}" presName="comp" presStyleCnt="0"/>
      <dgm:spPr/>
    </dgm:pt>
    <dgm:pt modelId="{F36F4ED1-B414-46B8-A8C5-C0FB11F5CFBC}" type="pres">
      <dgm:prSet presAssocID="{99FF0D0F-282A-4030-9AF5-3B7621881539}" presName="box" presStyleLbl="node1" presStyleIdx="2" presStyleCnt="3"/>
      <dgm:spPr/>
    </dgm:pt>
    <dgm:pt modelId="{7C6A764B-C67C-494C-B90E-7B3C3DDE54A4}" type="pres">
      <dgm:prSet presAssocID="{99FF0D0F-282A-4030-9AF5-3B7621881539}" presName="img" presStyleLbl="fgImgPlace1" presStyleIdx="2" presStyleCnt="3" custLinFactNeighborY="-771"/>
      <dgm:spPr>
        <a:blipFill>
          <a:blip xmlns:r="http://schemas.openxmlformats.org/officeDocument/2006/relationships" r:embed="rId3"/>
          <a:srcRect/>
          <a:stretch>
            <a:fillRect t="-98000" b="-98000"/>
          </a:stretch>
        </a:blipFill>
      </dgm:spPr>
    </dgm:pt>
    <dgm:pt modelId="{0E12AD21-08CC-4736-A269-DD5234F9D874}" type="pres">
      <dgm:prSet presAssocID="{99FF0D0F-282A-4030-9AF5-3B7621881539}" presName="text" presStyleLbl="node1" presStyleIdx="2" presStyleCnt="3">
        <dgm:presLayoutVars>
          <dgm:bulletEnabled val="1"/>
        </dgm:presLayoutVars>
      </dgm:prSet>
      <dgm:spPr/>
    </dgm:pt>
  </dgm:ptLst>
  <dgm:cxnLst>
    <dgm:cxn modelId="{399BD705-2380-48A3-9C48-1D49A5A32D61}" type="presOf" srcId="{2E221207-005F-49CB-81E1-6D036D64322B}" destId="{52D125D2-FCA7-4A2D-AB39-B6BD54F251F2}" srcOrd="1" destOrd="2" presId="urn:microsoft.com/office/officeart/2005/8/layout/vList4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D5771F2D-99A4-4884-A896-FA1E2DEFDD88}" srcId="{99FF0D0F-282A-4030-9AF5-3B7621881539}" destId="{A2BD12B5-7AB5-4859-B57E-1E77C0ED35DF}" srcOrd="0" destOrd="0" parTransId="{AC7F7F07-A811-4CCD-BBFE-DAA4D1F5EE40}" sibTransId="{35EEEEB1-B116-40C6-8142-8F938AF38B0B}"/>
    <dgm:cxn modelId="{3A21ED2D-BFFE-4942-BD04-AB5B9DC419E5}" type="presOf" srcId="{99FF0D0F-282A-4030-9AF5-3B7621881539}" destId="{F36F4ED1-B414-46B8-A8C5-C0FB11F5CFBC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DC02AD53-682D-464B-9D09-C1B6DCD5AFB0}" type="presOf" srcId="{55A2A9EB-4C26-43C3-B721-D475B10BC39B}" destId="{CFFDF23F-D296-4CDF-8EE4-8A672559E207}" srcOrd="1" destOrd="2" presId="urn:microsoft.com/office/officeart/2005/8/layout/vList4"/>
    <dgm:cxn modelId="{040FC75B-63D6-4205-A996-7A824AA266CE}" type="presOf" srcId="{A2BD12B5-7AB5-4859-B57E-1E77C0ED35DF}" destId="{0E12AD21-08CC-4736-A269-DD5234F9D874}" srcOrd="1" destOrd="1" presId="urn:microsoft.com/office/officeart/2005/8/layout/vList4"/>
    <dgm:cxn modelId="{22F3405C-AB8E-4AC3-A83C-C551BA0831ED}" type="presOf" srcId="{55A2A9EB-4C26-43C3-B721-D475B10BC39B}" destId="{39AFE128-ACF6-44CA-B18B-64F5782CF210}" srcOrd="0" destOrd="2" presId="urn:microsoft.com/office/officeart/2005/8/layout/vList4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4FE7AF63-70AC-4ED4-8BFB-DCB2408F3318}" srcId="{BE45140C-C326-4DAA-A267-498AD5117D68}" destId="{99FF0D0F-282A-4030-9AF5-3B7621881539}" srcOrd="2" destOrd="0" parTransId="{A86F315C-C500-49D7-B443-1D58BD48589A}" sibTransId="{1CCC8D2D-CD28-4814-B055-28ABD65CA276}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C112CF7D-C44D-7447-992C-DA4BDE96B165}" type="presOf" srcId="{46DAA9FF-4BF5-4C4A-BC26-09214C4E249E}" destId="{0E12AD21-08CC-4736-A269-DD5234F9D874}" srcOrd="1" destOrd="2" presId="urn:microsoft.com/office/officeart/2005/8/layout/vList4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FBEF4C9A-E5D4-462C-B35F-96C87426BEAB}" type="presOf" srcId="{A2BD12B5-7AB5-4859-B57E-1E77C0ED35DF}" destId="{F36F4ED1-B414-46B8-A8C5-C0FB11F5CFBC}" srcOrd="0" destOrd="1" presId="urn:microsoft.com/office/officeart/2005/8/layout/vList4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813136B3-0C20-0E4F-B610-3FF19F56D173}" type="presOf" srcId="{46DAA9FF-4BF5-4C4A-BC26-09214C4E249E}" destId="{F36F4ED1-B414-46B8-A8C5-C0FB11F5CFBC}" srcOrd="0" destOrd="2" presId="urn:microsoft.com/office/officeart/2005/8/layout/vList4"/>
    <dgm:cxn modelId="{67DE09B5-392E-4661-A7AE-A0572D63DA68}" type="presOf" srcId="{99FF0D0F-282A-4030-9AF5-3B7621881539}" destId="{0E12AD21-08CC-4736-A269-DD5234F9D874}" srcOrd="1" destOrd="0" presId="urn:microsoft.com/office/officeart/2005/8/layout/vList4"/>
    <dgm:cxn modelId="{E123D3B6-0357-0043-83FB-4BEF4FBB9E04}" srcId="{99FF0D0F-282A-4030-9AF5-3B7621881539}" destId="{46DAA9FF-4BF5-4C4A-BC26-09214C4E249E}" srcOrd="1" destOrd="0" parTransId="{B06D59BA-EB50-9F43-BBEA-83C9E80B430A}" sibTransId="{EBF4F8DF-D037-9048-ADFE-4BB2702D8018}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1C3272C9-C630-4D60-B76B-138907BB4D41}" srcId="{78BFB295-8F5D-4286-B72B-79142F8F0E13}" destId="{2E221207-005F-49CB-81E1-6D036D64322B}" srcOrd="1" destOrd="0" parTransId="{B200B6AA-AA2A-4CB8-80FF-4BB54938E8A5}" sibTransId="{3728DB5E-E904-481D-A1E5-49CF4AFFC0D3}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ECED70CB-7A25-48F8-9E03-51596FB1E92C}" srcId="{02A34BC0-F8BA-4A89-87A4-4F20079DFD06}" destId="{55A2A9EB-4C26-43C3-B721-D475B10BC39B}" srcOrd="1" destOrd="0" parTransId="{B8424EB2-FFE7-4867-9D5A-EE0D46E8AAFE}" sibTransId="{4EF4588A-187C-4393-9DFC-C6D80B20E995}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A70C9FD5-2935-4C81-937A-B6C05F5E54BA}" type="presOf" srcId="{2E221207-005F-49CB-81E1-6D036D64322B}" destId="{54FC4CB6-0791-48D3-B2C5-2E99B8AFCFF7}" srcOrd="0" destOrd="2" presId="urn:microsoft.com/office/officeart/2005/8/layout/vList4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  <dgm:cxn modelId="{C9CD1524-D5D2-47DD-A731-469F83B73691}" type="presParOf" srcId="{6E1E561E-88C1-49C6-A3F7-DE4B9AD43273}" destId="{40453781-DACE-4118-ADC4-2B966E9374E5}" srcOrd="3" destOrd="0" presId="urn:microsoft.com/office/officeart/2005/8/layout/vList4"/>
    <dgm:cxn modelId="{D2619F68-F71E-4DB7-B3E4-C0C69EDAA7FE}" type="presParOf" srcId="{6E1E561E-88C1-49C6-A3F7-DE4B9AD43273}" destId="{536722F8-2BA5-41A1-87DF-BBB1AF7DCA80}" srcOrd="4" destOrd="0" presId="urn:microsoft.com/office/officeart/2005/8/layout/vList4"/>
    <dgm:cxn modelId="{AFABECF8-EB39-4A9E-BB52-4A457A2CDD0A}" type="presParOf" srcId="{536722F8-2BA5-41A1-87DF-BBB1AF7DCA80}" destId="{F36F4ED1-B414-46B8-A8C5-C0FB11F5CFBC}" srcOrd="0" destOrd="0" presId="urn:microsoft.com/office/officeart/2005/8/layout/vList4"/>
    <dgm:cxn modelId="{F3A74078-C1EC-4C6F-B1ED-565182E04087}" type="presParOf" srcId="{536722F8-2BA5-41A1-87DF-BBB1AF7DCA80}" destId="{7C6A764B-C67C-494C-B90E-7B3C3DDE54A4}" srcOrd="1" destOrd="0" presId="urn:microsoft.com/office/officeart/2005/8/layout/vList4"/>
    <dgm:cxn modelId="{1973AF99-46F9-4317-B911-25815C189087}" type="presParOf" srcId="{536722F8-2BA5-41A1-87DF-BBB1AF7DCA80}" destId="{0E12AD21-08CC-4736-A269-DD5234F9D874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600" kern="1200" dirty="0"/>
            <a:t>Alan</a:t>
          </a:r>
          <a:r>
            <a:rPr lang="es-CL" sz="2600" kern="1200" baseline="0" dirty="0"/>
            <a:t> </a:t>
          </a:r>
          <a:r>
            <a:rPr lang="es-CL" sz="2600" kern="1200" baseline="0" dirty="0" err="1"/>
            <a:t>Céspedes</a:t>
          </a:r>
          <a:endParaRPr lang="es-CL" sz="26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 err="1"/>
            <a:t>Product</a:t>
          </a:r>
          <a:r>
            <a:rPr lang="es-CL" sz="2000" kern="1200" dirty="0"/>
            <a:t> </a:t>
          </a:r>
          <a:r>
            <a:rPr lang="es-CL" sz="2000" kern="1200" dirty="0" err="1"/>
            <a:t>Owner</a:t>
          </a:r>
          <a:endParaRPr lang="es-CL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/>
            <a:t>Encargado del lineamiento del proyecto</a:t>
          </a:r>
        </a:p>
      </dsp:txBody>
      <dsp:txXfrm>
        <a:off x="1662653" y="0"/>
        <a:ext cx="5970840" cy="1359548"/>
      </dsp:txXfrm>
    </dsp:sp>
    <dsp:sp modelId="{9A7E2690-DE9C-4572-9BE5-B8C9A3B8BBB3}">
      <dsp:nvSpPr>
        <dsp:cNvPr id="0" name=""/>
        <dsp:cNvSpPr/>
      </dsp:nvSpPr>
      <dsp:spPr>
        <a:xfrm>
          <a:off x="135954" y="135954"/>
          <a:ext cx="1526698" cy="108763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t="-43000" b="-43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1495502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600" kern="1200" dirty="0" err="1"/>
            <a:t>Braikel</a:t>
          </a:r>
          <a:r>
            <a:rPr lang="es-CL" sz="2600" kern="1200" dirty="0"/>
            <a:t> Balboa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 err="1"/>
            <a:t>Developer</a:t>
          </a:r>
          <a:endParaRPr lang="es-CL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/>
            <a:t>Encargado del desarrollo de la pagina</a:t>
          </a:r>
        </a:p>
      </dsp:txBody>
      <dsp:txXfrm>
        <a:off x="1662653" y="1495502"/>
        <a:ext cx="5970840" cy="1359548"/>
      </dsp:txXfrm>
    </dsp:sp>
    <dsp:sp modelId="{3F97C059-D720-4D48-953F-B84D04D0BF79}">
      <dsp:nvSpPr>
        <dsp:cNvPr id="0" name=""/>
        <dsp:cNvSpPr/>
      </dsp:nvSpPr>
      <dsp:spPr>
        <a:xfrm>
          <a:off x="128977" y="1631457"/>
          <a:ext cx="1526698" cy="108763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106000" b="-106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36F4ED1-B414-46B8-A8C5-C0FB11F5CFBC}">
      <dsp:nvSpPr>
        <dsp:cNvPr id="0" name=""/>
        <dsp:cNvSpPr/>
      </dsp:nvSpPr>
      <dsp:spPr>
        <a:xfrm>
          <a:off x="0" y="2991005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600" kern="1200" dirty="0" err="1"/>
            <a:t>Hector</a:t>
          </a:r>
          <a:r>
            <a:rPr lang="es-CL" sz="2600" kern="1200" dirty="0"/>
            <a:t> Saavedra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/>
            <a:t>Scrum Master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/>
            <a:t>Encargado de optimizar las tareas en el equipo</a:t>
          </a:r>
        </a:p>
      </dsp:txBody>
      <dsp:txXfrm>
        <a:off x="1662653" y="2991005"/>
        <a:ext cx="5970840" cy="1359548"/>
      </dsp:txXfrm>
    </dsp:sp>
    <dsp:sp modelId="{7C6A764B-C67C-494C-B90E-7B3C3DDE54A4}">
      <dsp:nvSpPr>
        <dsp:cNvPr id="0" name=""/>
        <dsp:cNvSpPr/>
      </dsp:nvSpPr>
      <dsp:spPr>
        <a:xfrm>
          <a:off x="135954" y="3118574"/>
          <a:ext cx="1526698" cy="108763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t="-98000" b="-98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4A916-2C2E-265E-D1A7-F8BA8BAA5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B618F-FEF4-D0FB-4038-D93A262E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3312A-AEFB-3177-E12B-386C4F42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C3C00-ADC0-ABB2-EF55-4D170DA0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B0C28A-E393-39C0-65D4-7252445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388704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B6CD-9456-B138-ECD2-C8D7A666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4D6B0-7AF3-685F-CEAB-5529E05E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52F25-C2C6-7F7B-276E-37CD648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47A73-C5CF-9FE2-967B-D4D866F9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CAE93-9144-BF33-1401-DF6FFF6F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39297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6A89-B019-96BD-5BAD-62AE0C3A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2B60B4-76B8-D88B-5674-F86DC367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E800A-255F-4AE1-5E56-606A61B3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C92BF-9B9F-10CC-5BC8-BAC85DDB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72357-062E-F22F-4B80-ED779DDD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2600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9D17-3BAA-B1F3-D450-274A0275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0F58E-6555-CC20-7FB5-60DB4AEF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CAA47F-EB54-628D-A823-3A00718BE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90AFF8-D9BE-4C13-0483-E843C51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CF5C03-2790-90EB-0D65-AA62820C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91F526-CDE5-755B-4A3F-50F80776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284685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CF108-6B99-8CCE-C8FD-D995F99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0B922A-6156-2235-AA95-A8B8C02B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40D8F2-325E-B2D8-EDDA-56DE9D1F2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8884F1-5F33-E36A-DEE4-9693FBE7D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DF08E0-1508-F512-337D-F5C8A5F0C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3ED18-81E3-9782-22CD-40D6A190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D2E67-9BFA-E800-3A7E-8900D96D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6AEF8A-22F0-544A-1B96-40996F1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04476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0A5D8-AC89-1289-2F04-0814CB9B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3452B-17EB-394F-735B-5A921A58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A54D4-94C4-7743-43A2-1A52792A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886359-BA16-2E60-D21D-C9E1AD88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8274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082406-6A57-2057-24EC-1A6C257A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4737A7-3975-9225-3AAC-282F9F4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8996F-BDE4-86FA-BD9D-DFCAB914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357640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B1326-48D6-CCCF-9030-3AC9A67C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04BD84-4F55-3649-4756-7A4CE760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111F47-438E-ECB7-5D1F-CB07E54F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E9545-DD0E-6A0B-2B88-934785A7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3CD897-12AF-A56D-CB14-1B41012D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257B85-275B-F539-96E6-BF6C3F48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51477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5BFE8-4F8E-9F77-F45C-B4D87029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CB21F6-368F-6F50-5C0D-6BE2DDE1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12122B-29C5-7F4E-7EFB-41EF277FC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332B2-B78B-790B-184B-C7299CC4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1CBB3B-17B4-113F-AA5B-E804167A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A1FFA-A66B-F32D-E3CE-2337B07F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60357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A4049-BEF3-0AFD-A19B-45FF1D82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FD3394-1BB2-4A78-E0C2-B81E3B0A0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1E014-02B1-2EA8-C324-69C0657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9E46F-A5FD-E000-2817-06E54BC7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151D9-94A1-87E1-B673-4D3D316B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80473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72A6E5-A0E4-586A-8BAE-08F39AC9E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C75B9-2362-53B4-3282-7D8A22F06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7AA35-3C24-08C9-2992-BE0C70C5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03D78-DCDD-276E-7575-A1992D70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0B15A-BAF6-5EBF-7331-0AFFFFAB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333768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8B6D4E-E3C2-3792-E3C4-2CBC2E05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2E89E-FB21-817B-8050-7AD81F9C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1C48C-F8B6-B30A-3815-D7ADD14F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22-11-25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214F-88E2-1045-9D0B-C2ECD481C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8CA17-DD6E-139F-6ED9-FAD83BB7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70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3B337C2F-F4B9-764C-45E5-86A1306E1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176" y="5338644"/>
            <a:ext cx="12202176" cy="1519355"/>
            <a:chOff x="-10176" y="5338644"/>
            <a:chExt cx="12202176" cy="1519355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DE1E11FF-4A87-A65F-DAEC-E20057A3F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V="1">
              <a:off x="5331238" y="-2767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1719AAC3-64F6-CEDF-0B56-5C0C6BD3C6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V="1">
              <a:off x="8906919" y="3566802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BA0DE637-E8FB-63A7-A5E2-E28DBE1A4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V="1">
              <a:off x="3921534" y="1406934"/>
              <a:ext cx="1519355" cy="9382775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838200" y="5595614"/>
            <a:ext cx="6850488" cy="913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5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PROYECTO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5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“Connect-CEA”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5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PRESENTACIÓN FINAL CAPSTONE</a:t>
            </a:r>
          </a:p>
        </p:txBody>
      </p:sp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5177" y="2075146"/>
            <a:ext cx="5082847" cy="127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9B14382-D58A-F989-A612-1363EC54F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184" y="876300"/>
            <a:ext cx="3933945" cy="366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2983931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“Connect-CEA”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“Connect-CEA”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 o dolor</a:t>
            </a:r>
          </a:p>
          <a:p>
            <a:pPr lvl="0" algn="ctr"/>
            <a:endParaRPr lang="es-MX" u="sng" dirty="0"/>
          </a:p>
          <a:p>
            <a:pPr lvl="0" algn="ctr"/>
            <a:r>
              <a:rPr lang="es-CL" dirty="0"/>
              <a:t>Las familias y niños del Centro TEA no cuentan con una plataforma centralizada para acceder a material educativo y comunicarse con los profesionales, ya que actualmente todo se entrega por WhatsApp o de forma presencial, lo que dificulta el seguimiento y la continuidad terapéutica.</a:t>
            </a:r>
            <a:endParaRPr lang="es-CL" sz="1800" u="sng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lvl="0" algn="ctr"/>
            <a:endParaRPr lang="es-MX" u="sng" dirty="0"/>
          </a:p>
          <a:p>
            <a:pPr lvl="0" algn="ctr"/>
            <a:r>
              <a:rPr lang="es-CL" dirty="0"/>
              <a:t>Desarrollar </a:t>
            </a:r>
            <a:r>
              <a:rPr lang="es-CL" dirty="0" err="1"/>
              <a:t>Connect</a:t>
            </a:r>
            <a:r>
              <a:rPr lang="es-CL" dirty="0"/>
              <a:t>-TEA, una plataforma inclusiva que centraliza recursos educativos, mejora la comunicación entre familias y profesionales, ofrece material personalizado y presenta un entorno visual amigable para niños TEA.</a:t>
            </a:r>
            <a:endParaRPr lang="es-CL" sz="1800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“Connect-CEA”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Desarrollar una plataforma web inclusiva que facilite el aprendizaje, la comunicación y el acceso a recursos educativos para niños, familias y profesionales del Centro TEA de Calera de Tango.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4" y="4732407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s-CL" altLang="es-CL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solidFill>
                  <a:schemeClr val="tx1"/>
                </a:solidFill>
                <a:latin typeface="Arial" panose="020B0604020202020204" pitchFamily="34" charset="0"/>
              </a:rPr>
              <a:t>Diseñar una interfaz accesible y de fácil uso para familias y niños.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solidFill>
                  <a:schemeClr val="tx1"/>
                </a:solidFill>
                <a:latin typeface="Arial" panose="020B0604020202020204" pitchFamily="34" charset="0"/>
              </a:rPr>
              <a:t>Implementar un sistema de autenticación </a:t>
            </a:r>
            <a:r>
              <a:rPr lang="es-CL" altLang="es-CL" dirty="0" err="1">
                <a:solidFill>
                  <a:schemeClr val="tx1"/>
                </a:solidFill>
                <a:latin typeface="Arial" panose="020B0604020202020204" pitchFamily="34" charset="0"/>
              </a:rPr>
              <a:t>multirol</a:t>
            </a:r>
            <a:r>
              <a:rPr lang="es-CL" altLang="es-CL" dirty="0">
                <a:solidFill>
                  <a:schemeClr val="tx1"/>
                </a:solidFill>
                <a:latin typeface="Arial" panose="020B0604020202020204" pitchFamily="34" charset="0"/>
              </a:rPr>
              <a:t> (Apoderado, Profesor, Administrador).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solidFill>
                  <a:schemeClr val="tx1"/>
                </a:solidFill>
                <a:latin typeface="Arial" panose="020B0604020202020204" pitchFamily="34" charset="0"/>
              </a:rPr>
              <a:t>Permitir la subida y visualización de material educativo.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solidFill>
                  <a:schemeClr val="tx1"/>
                </a:solidFill>
                <a:latin typeface="Arial" panose="020B0604020202020204" pitchFamily="34" charset="0"/>
              </a:rPr>
              <a:t>Desarrollar un entorno seguro y protegido para los usuarios.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solidFill>
                  <a:schemeClr val="tx1"/>
                </a:solidFill>
                <a:latin typeface="Arial" panose="020B0604020202020204" pitchFamily="34" charset="0"/>
              </a:rPr>
              <a:t>Facilitar la comunicación y seguimiento entre profesionales y familias.</a:t>
            </a:r>
          </a:p>
          <a:p>
            <a:pPr algn="ctr"/>
            <a:endParaRPr lang="es-CL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87F5F4F-8A17-0CD7-188F-A8FD0D2A3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“Connect-CEA”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050408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Alcances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081070AC-4204-5E7C-A917-7B1E39898D60}"/>
              </a:ext>
            </a:extLst>
          </p:cNvPr>
          <p:cNvSpPr txBox="1"/>
          <p:nvPr/>
        </p:nvSpPr>
        <p:spPr>
          <a:xfrm>
            <a:off x="2449587" y="2230393"/>
            <a:ext cx="16360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/>
              <a:t>Alcances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16DB00C-776C-407D-F459-BD5089F1028D}"/>
              </a:ext>
            </a:extLst>
          </p:cNvPr>
          <p:cNvSpPr txBox="1"/>
          <p:nvPr/>
        </p:nvSpPr>
        <p:spPr>
          <a:xfrm>
            <a:off x="7970941" y="2230393"/>
            <a:ext cx="2045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/>
              <a:t>Limitaciones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825A158-1664-1EC8-FB5E-8392FD80FE93}"/>
              </a:ext>
            </a:extLst>
          </p:cNvPr>
          <p:cNvSpPr txBox="1"/>
          <p:nvPr/>
        </p:nvSpPr>
        <p:spPr>
          <a:xfrm>
            <a:off x="1115736" y="3015223"/>
            <a:ext cx="44293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Plataforma funcional en entorno local.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Roles y permisos diferenciados.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Panel administrativo completo.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Repositorio de actividades y módulos educativos.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Arquitectura escalable para futuro despliegue público.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Cumplimiento de accesibilidad nivel </a:t>
            </a:r>
            <a:r>
              <a:rPr lang="es-CL" altLang="es-CL" b="1" dirty="0">
                <a:latin typeface="Arial" panose="020B0604020202020204" pitchFamily="34" charset="0"/>
              </a:rPr>
              <a:t>AA</a:t>
            </a:r>
            <a:r>
              <a:rPr lang="es-CL" altLang="es-CL" dirty="0">
                <a:latin typeface="Arial" panose="020B0604020202020204" pitchFamily="34" charset="0"/>
              </a:rPr>
              <a:t>.</a:t>
            </a:r>
          </a:p>
          <a:p>
            <a:endParaRPr lang="es-CL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D8AD2C2-4DE9-EFFC-783B-0033E33E4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862A4E5-3C5D-1EF7-35E8-097BF9BC1668}"/>
              </a:ext>
            </a:extLst>
          </p:cNvPr>
          <p:cNvSpPr txBox="1"/>
          <p:nvPr/>
        </p:nvSpPr>
        <p:spPr>
          <a:xfrm>
            <a:off x="7217327" y="2795753"/>
            <a:ext cx="397638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Actualmente funcionando en entorno local por lineamientos de proyecto.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Marcha blanca de 3 meses considerando soporte del equipo Scrum.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Despliegue en la nube y dominio dependerán de aprobación del Concejo Municipal.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Funcionalidades futuras como gamificación o videollamadas quedan fuera del alcance actual.</a:t>
            </a:r>
          </a:p>
          <a:p>
            <a:endParaRPr lang="es-CL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AD8115A-B413-D950-43ED-9EC037C14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“Connect-CEA”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de trabajo para el desarrollo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FA55DC92-38C2-814D-154F-66C534BC7A25}"/>
              </a:ext>
            </a:extLst>
          </p:cNvPr>
          <p:cNvSpPr txBox="1"/>
          <p:nvPr/>
        </p:nvSpPr>
        <p:spPr>
          <a:xfrm>
            <a:off x="3132455" y="3300474"/>
            <a:ext cx="61994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Planning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Meetings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Reviews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Retrospectivas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Backlog por iteración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Entregas incrementales y funcionales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Gestión del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Backlog guiada por el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Owner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“Connect-CEA”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-4999" y="825513"/>
            <a:ext cx="1219199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Cronograma para el desarrollo del proyecto</a:t>
            </a:r>
          </a:p>
          <a:p>
            <a:pPr algn="ctr"/>
            <a:r>
              <a:rPr lang="es-MX" sz="1600" dirty="0">
                <a:solidFill>
                  <a:schemeClr val="bg2">
                    <a:lumMod val="50000"/>
                  </a:schemeClr>
                </a:solidFill>
              </a:rPr>
              <a:t>* Utilizar cronograma de inicio, indicando el cumplimiento al término del proyecto </a:t>
            </a:r>
            <a:endParaRPr lang="es-CL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5C7B2611-1E82-FC10-1880-830D1E358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88" y="1639779"/>
            <a:ext cx="11843291" cy="512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“Connect-CEA”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83111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del software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8E8F4B4E-4B03-4E43-7B11-96BBCF6D25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109" y="1550530"/>
            <a:ext cx="9152156" cy="509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“Connect-CEA”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67816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D82C5AE2-CB02-674C-2A76-66311F42EAB3}"/>
              </a:ext>
            </a:extLst>
          </p:cNvPr>
          <p:cNvSpPr txBox="1"/>
          <p:nvPr/>
        </p:nvSpPr>
        <p:spPr>
          <a:xfrm>
            <a:off x="3082954" y="3246431"/>
            <a:ext cx="6165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017BAFB-44FC-75FE-800F-3ACB06EF2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641" y="1404358"/>
            <a:ext cx="8941091" cy="486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“Connect-CEA”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-1" y="1075761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ACE9FF0C-B61D-BC0B-3FD2-14FDAC81A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97" y="2039826"/>
            <a:ext cx="10893804" cy="461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RESULTADO DEL PROYECTO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*Exposición del sistema</a:t>
            </a:r>
            <a:endParaRPr lang="es-CL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17468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Resultados obtenidos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7EBA62F-5EE7-21E2-9FD7-E567F90D0578}"/>
              </a:ext>
            </a:extLst>
          </p:cNvPr>
          <p:cNvSpPr txBox="1"/>
          <p:nvPr/>
        </p:nvSpPr>
        <p:spPr>
          <a:xfrm>
            <a:off x="2969703" y="3238150"/>
            <a:ext cx="69209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Plataforma completamente funcional en entorno local.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Paneles personalizados para cada tipo de usuario.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Sistema accesible con diseño amigable para niños TEA.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Organización centralizada de contenido terapéutico.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Flujo de navegación simplificado y seguro.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Preparación para despliegue futuro en la nube municipal.</a:t>
            </a:r>
          </a:p>
          <a:p>
            <a:endParaRPr lang="es-CL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B2E2F4E-755C-905C-8196-BCFC04EBA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Obstáculos presentados durante el desarrollo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CCDC6F0-F3C1-75DF-041C-32A652BD7586}"/>
              </a:ext>
            </a:extLst>
          </p:cNvPr>
          <p:cNvSpPr txBox="1"/>
          <p:nvPr/>
        </p:nvSpPr>
        <p:spPr>
          <a:xfrm>
            <a:off x="3015143" y="3306321"/>
            <a:ext cx="61617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Ajustes necesarios para cumplir WCAG AA.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Adaptación de colores para hipersensibilidad sensorial.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Problemas iniciales en la carga de recursos multimedia.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Cambios en el despliegue (local → futuro municipal).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Sincronización de agendas de los miembros del equipo.</a:t>
            </a:r>
          </a:p>
        </p:txBody>
      </p:sp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PREGUNTAS DE LA COMISIÓN</a:t>
            </a:r>
          </a:p>
        </p:txBody>
      </p:sp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510</Words>
  <Application>Microsoft Macintosh PowerPoint</Application>
  <PresentationFormat>Panorámica</PresentationFormat>
  <Paragraphs>80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ma105</cp:lastModifiedBy>
  <cp:revision>2</cp:revision>
  <dcterms:created xsi:type="dcterms:W3CDTF">2023-10-28T21:12:11Z</dcterms:created>
  <dcterms:modified xsi:type="dcterms:W3CDTF">2025-11-22T16:20:46Z</dcterms:modified>
</cp:coreProperties>
</file>